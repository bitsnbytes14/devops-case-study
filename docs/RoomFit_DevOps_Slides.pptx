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669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DD9D2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5F8FA"/>
                </a:solidFill>
              </a:defRPr>
            </a:pPr>
            <a:r>
              <a:t>Students call the Flask API. The deterministic engine enforces hard room constraints. Prometheus collects health and business metrics. Grafana presents the operational view.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0292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8D2"/>
                </a:solidFill>
              </a:defRPr>
            </a:pPr>
            <a:r>
              <a:t>RoomFit DevOps case study  | 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669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DD9D2"/>
                </a:solidFill>
              </a:defRPr>
            </a:pPr>
            <a:r>
              <a:t>Pipeline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5F8FA"/>
                </a:solidFill>
              </a:defRPr>
            </a:pPr>
            <a:r>
              <a:t>Test and coverage gates run first. Security scanning follows. Main branch changes build an image, deploy to Kind, and run smoke tests.</a:t>
            </a:r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0292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8D2"/>
                </a:solidFill>
              </a:defRPr>
            </a:pPr>
            <a:r>
              <a:t>RoomFit DevOps case study  | 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669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DD9D2"/>
                </a:solidFill>
              </a:defRPr>
            </a:pPr>
            <a: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5F8FA"/>
                </a:solidFill>
              </a:defRPr>
            </a:pPr>
            <a:r>
              <a:t>Hard constraints must never be violated. Partial groups must still receive a room. Production safety requires probes, least privilege, resource limits, and observable failure behavior.</a:t>
            </a:r>
          </a:p>
        </p:txBody>
      </p:sp>
      <p:pic>
        <p:nvPicPr>
          <p:cNvPr id="4" name="Picture 3" descr="netflix-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0292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8D2"/>
                </a:solidFill>
              </a:defRPr>
            </a:pPr>
            <a:r>
              <a:t>RoomFit DevOps case study  | 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669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DD9D2"/>
                </a:solidFill>
              </a:defRPr>
            </a:pPr>
            <a: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5F8FA"/>
                </a:solidFill>
              </a:defRPr>
            </a:pPr>
            <a:r>
              <a:t>Small deployable services lower release risk. Automation makes safety repeatable. Monitoring reveals impact quickly. Controlled faults test assumptions before users find them.</a:t>
            </a:r>
          </a:p>
        </p:txBody>
      </p:sp>
      <p:pic>
        <p:nvPicPr>
          <p:cNvPr id="4" name="Picture 3" descr="amazon-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0292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8D2"/>
                </a:solidFill>
              </a:defRPr>
            </a:pPr>
            <a:r>
              <a:t>RoomFit DevOps case study  | 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669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DD9D2"/>
                </a:solidFill>
              </a:defRPr>
            </a:pPr>
            <a:r>
              <a:t>Results and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5F8FA"/>
                </a:solidFill>
              </a:defRPr>
            </a:pPr>
            <a:r>
              <a:t>Pytest proves allocation rules. Coverage gate targets 85 percent. Kubernetes manifests support rolling update and rollback. Grafana includes uptime, latency, error rate, version, and allocation metrics.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0292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C8D2"/>
                </a:solidFill>
              </a:defRPr>
            </a:pPr>
            <a:r>
              <a:t>RoomFit DevOps case study  | 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